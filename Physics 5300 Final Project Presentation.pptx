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58" r:id="rId5"/>
    <p:sldId id="259" r:id="rId6"/>
    <p:sldId id="263" r:id="rId7"/>
    <p:sldId id="265" r:id="rId8"/>
    <p:sldId id="260" r:id="rId9"/>
    <p:sldId id="269" r:id="rId10"/>
    <p:sldId id="271" r:id="rId11"/>
    <p:sldId id="261" r:id="rId12"/>
    <p:sldId id="266" r:id="rId13"/>
    <p:sldId id="267" r:id="rId14"/>
    <p:sldId id="270" r:id="rId15"/>
    <p:sldId id="262" r:id="rId16"/>
    <p:sldId id="268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43943-AB2D-1947-59F7-AE735373FCBD}" v="1" dt="2025-12-10T14:28:58.813"/>
    <p1510:client id="{E42555C8-23A2-59E1-EDAF-3CE3A3493E11}" v="877" dt="2025-12-10T07:55:34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568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, Mingyi" userId="S::xu.4959@buckeyemail.osu.edu::20dd5c91-3f78-43e2-848a-2b942d90024b" providerId="AD" clId="Web-{E42555C8-23A2-59E1-EDAF-3CE3A3493E11}"/>
    <pc:docChg chg="addSld delSld modSld">
      <pc:chgData name="Xu, Mingyi" userId="S::xu.4959@buckeyemail.osu.edu::20dd5c91-3f78-43e2-848a-2b942d90024b" providerId="AD" clId="Web-{E42555C8-23A2-59E1-EDAF-3CE3A3493E11}" dt="2025-12-10T07:55:33.442" v="676" actId="20577"/>
      <pc:docMkLst>
        <pc:docMk/>
      </pc:docMkLst>
      <pc:sldChg chg="modSp">
        <pc:chgData name="Xu, Mingyi" userId="S::xu.4959@buckeyemail.osu.edu::20dd5c91-3f78-43e2-848a-2b942d90024b" providerId="AD" clId="Web-{E42555C8-23A2-59E1-EDAF-3CE3A3493E11}" dt="2025-12-10T07:35:52.158" v="630" actId="20577"/>
        <pc:sldMkLst>
          <pc:docMk/>
          <pc:sldMk cId="3606287457" sldId="256"/>
        </pc:sldMkLst>
        <pc:spChg chg="mod">
          <ac:chgData name="Xu, Mingyi" userId="S::xu.4959@buckeyemail.osu.edu::20dd5c91-3f78-43e2-848a-2b942d90024b" providerId="AD" clId="Web-{E42555C8-23A2-59E1-EDAF-3CE3A3493E11}" dt="2025-12-10T07:35:52.158" v="630" actId="20577"/>
          <ac:spMkLst>
            <pc:docMk/>
            <pc:sldMk cId="3606287457" sldId="256"/>
            <ac:spMk id="2" creationId="{00000000-0000-0000-0000-000000000000}"/>
          </ac:spMkLst>
        </pc:spChg>
        <pc:spChg chg="mod">
          <ac:chgData name="Xu, Mingyi" userId="S::xu.4959@buckeyemail.osu.edu::20dd5c91-3f78-43e2-848a-2b942d90024b" providerId="AD" clId="Web-{E42555C8-23A2-59E1-EDAF-3CE3A3493E11}" dt="2025-12-10T07:35:40.486" v="628" actId="20577"/>
          <ac:spMkLst>
            <pc:docMk/>
            <pc:sldMk cId="3606287457" sldId="256"/>
            <ac:spMk id="3" creationId="{00000000-0000-0000-0000-000000000000}"/>
          </ac:spMkLst>
        </pc:spChg>
      </pc:sldChg>
      <pc:sldChg chg="modSp">
        <pc:chgData name="Xu, Mingyi" userId="S::xu.4959@buckeyemail.osu.edu::20dd5c91-3f78-43e2-848a-2b942d90024b" providerId="AD" clId="Web-{E42555C8-23A2-59E1-EDAF-3CE3A3493E11}" dt="2025-12-10T03:36:53.008" v="148" actId="1076"/>
        <pc:sldMkLst>
          <pc:docMk/>
          <pc:sldMk cId="1216265917" sldId="257"/>
        </pc:sldMkLst>
        <pc:spChg chg="mod">
          <ac:chgData name="Xu, Mingyi" userId="S::xu.4959@buckeyemail.osu.edu::20dd5c91-3f78-43e2-848a-2b942d90024b" providerId="AD" clId="Web-{E42555C8-23A2-59E1-EDAF-3CE3A3493E11}" dt="2025-12-10T03:36:53.008" v="148" actId="1076"/>
          <ac:spMkLst>
            <pc:docMk/>
            <pc:sldMk cId="1216265917" sldId="257"/>
            <ac:spMk id="4" creationId="{00000000-0000-0000-0000-000000000000}"/>
          </ac:spMkLst>
        </pc:spChg>
        <pc:picChg chg="mod">
          <ac:chgData name="Xu, Mingyi" userId="S::xu.4959@buckeyemail.osu.edu::20dd5c91-3f78-43e2-848a-2b942d90024b" providerId="AD" clId="Web-{E42555C8-23A2-59E1-EDAF-3CE3A3493E11}" dt="2025-12-10T03:29:17.072" v="37" actId="1076"/>
          <ac:picMkLst>
            <pc:docMk/>
            <pc:sldMk cId="1216265917" sldId="257"/>
            <ac:picMk id="2050" creationId="{00000000-0000-0000-0000-000000000000}"/>
          </ac:picMkLst>
        </pc:picChg>
      </pc:sldChg>
      <pc:sldChg chg="addSp modSp">
        <pc:chgData name="Xu, Mingyi" userId="S::xu.4959@buckeyemail.osu.edu::20dd5c91-3f78-43e2-848a-2b942d90024b" providerId="AD" clId="Web-{E42555C8-23A2-59E1-EDAF-3CE3A3493E11}" dt="2025-12-10T03:40:11.146" v="192" actId="20577"/>
        <pc:sldMkLst>
          <pc:docMk/>
          <pc:sldMk cId="2450198716" sldId="258"/>
        </pc:sldMkLst>
        <pc:spChg chg="mod">
          <ac:chgData name="Xu, Mingyi" userId="S::xu.4959@buckeyemail.osu.edu::20dd5c91-3f78-43e2-848a-2b942d90024b" providerId="AD" clId="Web-{E42555C8-23A2-59E1-EDAF-3CE3A3493E11}" dt="2025-12-10T03:37:24.589" v="149" actId="1076"/>
          <ac:spMkLst>
            <pc:docMk/>
            <pc:sldMk cId="2450198716" sldId="258"/>
            <ac:spMk id="5" creationId="{00000000-0000-0000-0000-000000000000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3:39:47.691" v="178" actId="1076"/>
          <ac:spMkLst>
            <pc:docMk/>
            <pc:sldMk cId="2450198716" sldId="258"/>
            <ac:spMk id="6" creationId="{7CD9C12C-9225-30AB-3BBF-67F7AC4986D2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3:40:11.146" v="192" actId="20577"/>
          <ac:spMkLst>
            <pc:docMk/>
            <pc:sldMk cId="2450198716" sldId="258"/>
            <ac:spMk id="7" creationId="{C4DF55B0-DD82-B8D1-FA3E-5BE6F66A1FC7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3:39:14.799" v="161" actId="1076"/>
          <ac:picMkLst>
            <pc:docMk/>
            <pc:sldMk cId="2450198716" sldId="258"/>
            <ac:picMk id="3" creationId="{4CBA76A8-B6EA-5808-AC1B-FEC12B9FB4DB}"/>
          </ac:picMkLst>
        </pc:picChg>
        <pc:picChg chg="mod">
          <ac:chgData name="Xu, Mingyi" userId="S::xu.4959@buckeyemail.osu.edu::20dd5c91-3f78-43e2-848a-2b942d90024b" providerId="AD" clId="Web-{E42555C8-23A2-59E1-EDAF-3CE3A3493E11}" dt="2025-12-10T03:39:16.409" v="162" actId="1076"/>
          <ac:picMkLst>
            <pc:docMk/>
            <pc:sldMk cId="2450198716" sldId="258"/>
            <ac:picMk id="1029" creationId="{00000000-0000-0000-0000-000000000000}"/>
          </ac:picMkLst>
        </pc:picChg>
      </pc:sldChg>
      <pc:sldChg chg="addSp delSp modSp">
        <pc:chgData name="Xu, Mingyi" userId="S::xu.4959@buckeyemail.osu.edu::20dd5c91-3f78-43e2-848a-2b942d90024b" providerId="AD" clId="Web-{E42555C8-23A2-59E1-EDAF-3CE3A3493E11}" dt="2025-12-10T03:41:50.291" v="214" actId="1076"/>
        <pc:sldMkLst>
          <pc:docMk/>
          <pc:sldMk cId="3839478898" sldId="259"/>
        </pc:sldMkLst>
        <pc:spChg chg="mod">
          <ac:chgData name="Xu, Mingyi" userId="S::xu.4959@buckeyemail.osu.edu::20dd5c91-3f78-43e2-848a-2b942d90024b" providerId="AD" clId="Web-{E42555C8-23A2-59E1-EDAF-3CE3A3493E11}" dt="2025-12-10T03:41:18.586" v="202" actId="1076"/>
          <ac:spMkLst>
            <pc:docMk/>
            <pc:sldMk cId="3839478898" sldId="259"/>
            <ac:spMk id="4" creationId="{00000000-0000-0000-0000-000000000000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41:40.822" v="208"/>
          <ac:spMkLst>
            <pc:docMk/>
            <pc:sldMk cId="3839478898" sldId="259"/>
            <ac:spMk id="5" creationId="{00000000-0000-0000-0000-000000000000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3:40:55.163" v="199" actId="1076"/>
          <ac:picMkLst>
            <pc:docMk/>
            <pc:sldMk cId="3839478898" sldId="259"/>
            <ac:picMk id="6" creationId="{392B13D9-AD4B-B251-30F0-2D8F4F631655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3:41:21.336" v="203" actId="1076"/>
          <ac:picMkLst>
            <pc:docMk/>
            <pc:sldMk cId="3839478898" sldId="259"/>
            <ac:picMk id="7" creationId="{79FF321A-0F5E-60D6-136F-1A4FEF6DCA0E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3:41:50.291" v="214" actId="1076"/>
          <ac:picMkLst>
            <pc:docMk/>
            <pc:sldMk cId="3839478898" sldId="259"/>
            <ac:picMk id="8" creationId="{90562669-CD5D-BCDD-F541-E4A77E954598}"/>
          </ac:picMkLst>
        </pc:picChg>
        <pc:picChg chg="mod">
          <ac:chgData name="Xu, Mingyi" userId="S::xu.4959@buckeyemail.osu.edu::20dd5c91-3f78-43e2-848a-2b942d90024b" providerId="AD" clId="Web-{E42555C8-23A2-59E1-EDAF-3CE3A3493E11}" dt="2025-12-10T03:40:21.318" v="193" actId="1076"/>
          <ac:picMkLst>
            <pc:docMk/>
            <pc:sldMk cId="3839478898" sldId="259"/>
            <ac:picMk id="3075" creationId="{00000000-0000-0000-0000-000000000000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40:33.147" v="197"/>
          <ac:picMkLst>
            <pc:docMk/>
            <pc:sldMk cId="3839478898" sldId="259"/>
            <ac:picMk id="3076" creationId="{00000000-0000-0000-0000-000000000000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40:32.459" v="196"/>
          <ac:picMkLst>
            <pc:docMk/>
            <pc:sldMk cId="3839478898" sldId="259"/>
            <ac:picMk id="3077" creationId="{00000000-0000-0000-0000-000000000000}"/>
          </ac:picMkLst>
        </pc:picChg>
      </pc:sldChg>
      <pc:sldChg chg="addSp delSp modSp">
        <pc:chgData name="Xu, Mingyi" userId="S::xu.4959@buckeyemail.osu.edu::20dd5c91-3f78-43e2-848a-2b942d90024b" providerId="AD" clId="Web-{E42555C8-23A2-59E1-EDAF-3CE3A3493E11}" dt="2025-12-10T07:47:04.033" v="668" actId="20577"/>
        <pc:sldMkLst>
          <pc:docMk/>
          <pc:sldMk cId="2257511114" sldId="260"/>
        </pc:sldMkLst>
        <pc:spChg chg="mod">
          <ac:chgData name="Xu, Mingyi" userId="S::xu.4959@buckeyemail.osu.edu::20dd5c91-3f78-43e2-848a-2b942d90024b" providerId="AD" clId="Web-{E42555C8-23A2-59E1-EDAF-3CE3A3493E11}" dt="2025-12-10T07:46:48.002" v="667" actId="20577"/>
          <ac:spMkLst>
            <pc:docMk/>
            <pc:sldMk cId="2257511114" sldId="260"/>
            <ac:spMk id="2" creationId="{00000000-0000-0000-0000-000000000000}"/>
          </ac:spMkLst>
        </pc:spChg>
        <pc:spChg chg="mod">
          <ac:chgData name="Xu, Mingyi" userId="S::xu.4959@buckeyemail.osu.edu::20dd5c91-3f78-43e2-848a-2b942d90024b" providerId="AD" clId="Web-{E42555C8-23A2-59E1-EDAF-3CE3A3493E11}" dt="2025-12-10T07:47:04.033" v="668" actId="20577"/>
          <ac:spMkLst>
            <pc:docMk/>
            <pc:sldMk cId="2257511114" sldId="260"/>
            <ac:spMk id="3" creationId="{00000000-0000-0000-0000-000000000000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59:05.956" v="349"/>
          <ac:spMkLst>
            <pc:docMk/>
            <pc:sldMk cId="2257511114" sldId="260"/>
            <ac:spMk id="4" creationId="{00000000-0000-0000-0000-000000000000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59:48.488" v="350"/>
          <ac:spMkLst>
            <pc:docMk/>
            <pc:sldMk cId="2257511114" sldId="260"/>
            <ac:spMk id="5" creationId="{00000000-0000-0000-0000-000000000000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59:52.488" v="353"/>
          <ac:spMkLst>
            <pc:docMk/>
            <pc:sldMk cId="2257511114" sldId="260"/>
            <ac:spMk id="6" creationId="{00000000-0000-0000-0000-000000000000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4:00:07.286" v="355" actId="1076"/>
          <ac:spMkLst>
            <pc:docMk/>
            <pc:sldMk cId="2257511114" sldId="260"/>
            <ac:spMk id="8" creationId="{21B9A647-FADF-65BE-C181-E1858B7EEAE9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4:18:37.970" v="444" actId="1076"/>
          <ac:picMkLst>
            <pc:docMk/>
            <pc:sldMk cId="2257511114" sldId="260"/>
            <ac:picMk id="9" creationId="{B6DEE6B6-3B04-D013-6905-570EB72A4AC5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36:26.469" v="517" actId="1076"/>
          <ac:picMkLst>
            <pc:docMk/>
            <pc:sldMk cId="2257511114" sldId="260"/>
            <ac:picMk id="10" creationId="{82603E98-25C3-0652-E237-67946A1F0773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36:17.499" v="516" actId="1076"/>
          <ac:picMkLst>
            <pc:docMk/>
            <pc:sldMk cId="2257511114" sldId="260"/>
            <ac:picMk id="11" creationId="{C5EA05C6-5B88-D204-B91F-7C0D2A569E9F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37:05.272" v="522" actId="1076"/>
          <ac:picMkLst>
            <pc:docMk/>
            <pc:sldMk cId="2257511114" sldId="260"/>
            <ac:picMk id="12" creationId="{97F3D52D-C7DA-2F28-94A8-CB3C449992F4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59:04.409" v="348"/>
          <ac:picMkLst>
            <pc:docMk/>
            <pc:sldMk cId="2257511114" sldId="260"/>
            <ac:picMk id="5122" creationId="{00000000-0000-0000-0000-000000000000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59:50.176" v="351"/>
          <ac:picMkLst>
            <pc:docMk/>
            <pc:sldMk cId="2257511114" sldId="260"/>
            <ac:picMk id="5123" creationId="{00000000-0000-0000-0000-000000000000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59:50.738" v="352"/>
          <ac:picMkLst>
            <pc:docMk/>
            <pc:sldMk cId="2257511114" sldId="260"/>
            <ac:picMk id="5124" creationId="{00000000-0000-0000-0000-000000000000}"/>
          </ac:picMkLst>
        </pc:picChg>
      </pc:sldChg>
      <pc:sldChg chg="addSp delSp modSp addAnim">
        <pc:chgData name="Xu, Mingyi" userId="S::xu.4959@buckeyemail.osu.edu::20dd5c91-3f78-43e2-848a-2b942d90024b" providerId="AD" clId="Web-{E42555C8-23A2-59E1-EDAF-3CE3A3493E11}" dt="2025-12-10T03:48:26.270" v="248" actId="1076"/>
        <pc:sldMkLst>
          <pc:docMk/>
          <pc:sldMk cId="3006696781" sldId="261"/>
        </pc:sldMkLst>
        <pc:spChg chg="add del mod">
          <ac:chgData name="Xu, Mingyi" userId="S::xu.4959@buckeyemail.osu.edu::20dd5c91-3f78-43e2-848a-2b942d90024b" providerId="AD" clId="Web-{E42555C8-23A2-59E1-EDAF-3CE3A3493E11}" dt="2025-12-10T03:24:09.625" v="12"/>
          <ac:spMkLst>
            <pc:docMk/>
            <pc:sldMk cId="3006696781" sldId="261"/>
            <ac:spMk id="5" creationId="{4CD0E61F-D38C-283E-BACF-8110C861722B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3:26:26.036" v="23"/>
          <ac:spMkLst>
            <pc:docMk/>
            <pc:sldMk cId="3006696781" sldId="261"/>
            <ac:spMk id="6" creationId="{71A06BA3-4F25-847D-4D0C-D7361930EE1F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3:29:10.040" v="31" actId="20577"/>
          <ac:spMkLst>
            <pc:docMk/>
            <pc:sldMk cId="3006696781" sldId="261"/>
            <ac:spMk id="7" creationId="{098409EE-DBA0-D36C-7ABD-F6DC0322257D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3:29:10.368" v="34" actId="20577"/>
          <ac:spMkLst>
            <pc:docMk/>
            <pc:sldMk cId="3006696781" sldId="261"/>
            <ac:spMk id="8" creationId="{3E85C736-A643-84D7-B437-FDAF298EF09D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3:32:38.997" v="58" actId="20577"/>
          <ac:spMkLst>
            <pc:docMk/>
            <pc:sldMk cId="3006696781" sldId="261"/>
            <ac:spMk id="9" creationId="{55345039-7492-2ADD-1709-0A635EFEDE2B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3:23:38.624" v="5" actId="1076"/>
          <ac:picMkLst>
            <pc:docMk/>
            <pc:sldMk cId="3006696781" sldId="261"/>
            <ac:picMk id="3" creationId="{206886DC-8244-F4A3-762C-5271F7AB46DE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3:23:55.359" v="9" actId="14100"/>
          <ac:picMkLst>
            <pc:docMk/>
            <pc:sldMk cId="3006696781" sldId="261"/>
            <ac:picMk id="4" creationId="{462B0DBC-7DC0-F2C3-EC05-3481DCB2B302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3:33:12.013" v="63" actId="1076"/>
          <ac:picMkLst>
            <pc:docMk/>
            <pc:sldMk cId="3006696781" sldId="261"/>
            <ac:picMk id="10" creationId="{CD53886A-65AE-3C82-929D-00BE55F8DF5C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3:48:26.270" v="248" actId="1076"/>
          <ac:picMkLst>
            <pc:docMk/>
            <pc:sldMk cId="3006696781" sldId="261"/>
            <ac:picMk id="11" creationId="{DECF9CCF-4FFC-A30D-3DF5-B128A852F855}"/>
          </ac:picMkLst>
        </pc:picChg>
      </pc:sldChg>
      <pc:sldChg chg="modSp">
        <pc:chgData name="Xu, Mingyi" userId="S::xu.4959@buckeyemail.osu.edu::20dd5c91-3f78-43e2-848a-2b942d90024b" providerId="AD" clId="Web-{E42555C8-23A2-59E1-EDAF-3CE3A3493E11}" dt="2025-12-10T07:45:12.783" v="661" actId="20577"/>
        <pc:sldMkLst>
          <pc:docMk/>
          <pc:sldMk cId="7062288" sldId="262"/>
        </pc:sldMkLst>
        <pc:spChg chg="mod">
          <ac:chgData name="Xu, Mingyi" userId="S::xu.4959@buckeyemail.osu.edu::20dd5c91-3f78-43e2-848a-2b942d90024b" providerId="AD" clId="Web-{E42555C8-23A2-59E1-EDAF-3CE3A3493E11}" dt="2025-12-10T03:51:43.695" v="323" actId="20577"/>
          <ac:spMkLst>
            <pc:docMk/>
            <pc:sldMk cId="7062288" sldId="262"/>
            <ac:spMk id="2" creationId="{00000000-0000-0000-0000-000000000000}"/>
          </ac:spMkLst>
        </pc:spChg>
        <pc:spChg chg="mod">
          <ac:chgData name="Xu, Mingyi" userId="S::xu.4959@buckeyemail.osu.edu::20dd5c91-3f78-43e2-848a-2b942d90024b" providerId="AD" clId="Web-{E42555C8-23A2-59E1-EDAF-3CE3A3493E11}" dt="2025-12-10T07:45:12.783" v="661" actId="20577"/>
          <ac:spMkLst>
            <pc:docMk/>
            <pc:sldMk cId="7062288" sldId="262"/>
            <ac:spMk id="3" creationId="{00000000-0000-0000-0000-000000000000}"/>
          </ac:spMkLst>
        </pc:spChg>
      </pc:sldChg>
      <pc:sldChg chg="addSp delSp modSp">
        <pc:chgData name="Xu, Mingyi" userId="S::xu.4959@buckeyemail.osu.edu::20dd5c91-3f78-43e2-848a-2b942d90024b" providerId="AD" clId="Web-{E42555C8-23A2-59E1-EDAF-3CE3A3493E11}" dt="2025-12-10T04:08:35.308" v="378" actId="1076"/>
        <pc:sldMkLst>
          <pc:docMk/>
          <pc:sldMk cId="3700106095" sldId="263"/>
        </pc:sldMkLst>
        <pc:spChg chg="add del mod">
          <ac:chgData name="Xu, Mingyi" userId="S::xu.4959@buckeyemail.osu.edu::20dd5c91-3f78-43e2-848a-2b942d90024b" providerId="AD" clId="Web-{E42555C8-23A2-59E1-EDAF-3CE3A3493E11}" dt="2025-12-10T04:05:09.511" v="372"/>
          <ac:spMkLst>
            <pc:docMk/>
            <pc:sldMk cId="3700106095" sldId="263"/>
            <ac:spMk id="5" creationId="{2B198494-4D34-0F75-EE1E-C37EFB4B74B2}"/>
          </ac:spMkLst>
        </pc:spChg>
        <pc:spChg chg="add del">
          <ac:chgData name="Xu, Mingyi" userId="S::xu.4959@buckeyemail.osu.edu::20dd5c91-3f78-43e2-848a-2b942d90024b" providerId="AD" clId="Web-{E42555C8-23A2-59E1-EDAF-3CE3A3493E11}" dt="2025-12-10T04:05:39.183" v="374"/>
          <ac:spMkLst>
            <pc:docMk/>
            <pc:sldMk cId="3700106095" sldId="263"/>
            <ac:spMk id="6" creationId="{EB6D648E-3C04-0663-03D0-3C6DC83624FE}"/>
          </ac:spMkLst>
        </pc:spChg>
        <pc:spChg chg="mod">
          <ac:chgData name="Xu, Mingyi" userId="S::xu.4959@buckeyemail.osu.edu::20dd5c91-3f78-43e2-848a-2b942d90024b" providerId="AD" clId="Web-{E42555C8-23A2-59E1-EDAF-3CE3A3493E11}" dt="2025-12-10T04:04:08.917" v="368" actId="1076"/>
          <ac:spMkLst>
            <pc:docMk/>
            <pc:sldMk cId="3700106095" sldId="263"/>
            <ac:spMk id="7" creationId="{00000000-0000-0000-0000-000000000000}"/>
          </ac:spMkLst>
        </pc:spChg>
        <pc:spChg chg="mod">
          <ac:chgData name="Xu, Mingyi" userId="S::xu.4959@buckeyemail.osu.edu::20dd5c91-3f78-43e2-848a-2b942d90024b" providerId="AD" clId="Web-{E42555C8-23A2-59E1-EDAF-3CE3A3493E11}" dt="2025-12-10T04:08:35.308" v="378" actId="1076"/>
          <ac:spMkLst>
            <pc:docMk/>
            <pc:sldMk cId="3700106095" sldId="263"/>
            <ac:spMk id="8" creationId="{00000000-0000-0000-0000-000000000000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42:30.917" v="220"/>
          <ac:spMkLst>
            <pc:docMk/>
            <pc:sldMk cId="3700106095" sldId="263"/>
            <ac:spMk id="9" creationId="{00000000-0000-0000-0000-000000000000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3:43:51.201" v="222" actId="1076"/>
          <ac:picMkLst>
            <pc:docMk/>
            <pc:sldMk cId="3700106095" sldId="263"/>
            <ac:picMk id="3" creationId="{120171CC-E34A-165B-7CDC-DB1919C434BE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3:44:05.389" v="224" actId="1076"/>
          <ac:picMkLst>
            <pc:docMk/>
            <pc:sldMk cId="3700106095" sldId="263"/>
            <ac:picMk id="4" creationId="{8254C654-68E7-58B4-3C7B-17E827DD501C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08:31.074" v="377" actId="1076"/>
          <ac:picMkLst>
            <pc:docMk/>
            <pc:sldMk cId="3700106095" sldId="263"/>
            <ac:picMk id="10" creationId="{DDB22803-D946-C59F-87ED-0850F3BF5474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42:06.604" v="215"/>
          <ac:picMkLst>
            <pc:docMk/>
            <pc:sldMk cId="3700106095" sldId="263"/>
            <ac:picMk id="3077" creationId="{00000000-0000-0000-0000-000000000000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42:27.589" v="219"/>
          <ac:picMkLst>
            <pc:docMk/>
            <pc:sldMk cId="3700106095" sldId="263"/>
            <ac:picMk id="4098" creationId="{00000000-0000-0000-0000-000000000000}"/>
          </ac:picMkLst>
        </pc:picChg>
      </pc:sldChg>
      <pc:sldChg chg="addSp delSp modSp add replId">
        <pc:chgData name="Xu, Mingyi" userId="S::xu.4959@buckeyemail.osu.edu::20dd5c91-3f78-43e2-848a-2b942d90024b" providerId="AD" clId="Web-{E42555C8-23A2-59E1-EDAF-3CE3A3493E11}" dt="2025-12-10T07:36:56.799" v="642" actId="1076"/>
        <pc:sldMkLst>
          <pc:docMk/>
          <pc:sldMk cId="116256677" sldId="264"/>
        </pc:sldMkLst>
        <pc:spChg chg="mod">
          <ac:chgData name="Xu, Mingyi" userId="S::xu.4959@buckeyemail.osu.edu::20dd5c91-3f78-43e2-848a-2b942d90024b" providerId="AD" clId="Web-{E42555C8-23A2-59E1-EDAF-3CE3A3493E11}" dt="2025-12-10T07:36:41.049" v="639" actId="20577"/>
          <ac:spMkLst>
            <pc:docMk/>
            <pc:sldMk cId="116256677" sldId="264"/>
            <ac:spMk id="3" creationId="{9245BE5D-9907-4C04-E878-18D919CC0C00}"/>
          </ac:spMkLst>
        </pc:spChg>
        <pc:spChg chg="mod">
          <ac:chgData name="Xu, Mingyi" userId="S::xu.4959@buckeyemail.osu.edu::20dd5c91-3f78-43e2-848a-2b942d90024b" providerId="AD" clId="Web-{E42555C8-23A2-59E1-EDAF-3CE3A3493E11}" dt="2025-12-10T07:36:52.565" v="640" actId="1076"/>
          <ac:spMkLst>
            <pc:docMk/>
            <pc:sldMk cId="116256677" sldId="264"/>
            <ac:spMk id="4" creationId="{DED79C94-2A57-8446-0F72-AE534953EC4C}"/>
          </ac:spMkLst>
        </pc:spChg>
        <pc:picChg chg="add del mod">
          <ac:chgData name="Xu, Mingyi" userId="S::xu.4959@buckeyemail.osu.edu::20dd5c91-3f78-43e2-848a-2b942d90024b" providerId="AD" clId="Web-{E42555C8-23A2-59E1-EDAF-3CE3A3493E11}" dt="2025-12-10T03:34:46.077" v="67"/>
          <ac:picMkLst>
            <pc:docMk/>
            <pc:sldMk cId="116256677" sldId="264"/>
            <ac:picMk id="5" creationId="{41A84423-B9A3-1071-730F-0AA953D670A5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7:36:56.799" v="642" actId="1076"/>
          <ac:picMkLst>
            <pc:docMk/>
            <pc:sldMk cId="116256677" sldId="264"/>
            <ac:picMk id="6" creationId="{70AFC23F-B5B4-3148-D973-57A9546F9B75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29:42.869" v="50"/>
          <ac:picMkLst>
            <pc:docMk/>
            <pc:sldMk cId="116256677" sldId="264"/>
            <ac:picMk id="2050" creationId="{F04D315E-31B9-E6B0-694F-21FCFC9B7497}"/>
          </ac:picMkLst>
        </pc:picChg>
      </pc:sldChg>
      <pc:sldChg chg="new del">
        <pc:chgData name="Xu, Mingyi" userId="S::xu.4959@buckeyemail.osu.edu::20dd5c91-3f78-43e2-848a-2b942d90024b" providerId="AD" clId="Web-{E42555C8-23A2-59E1-EDAF-3CE3A3493E11}" dt="2025-12-10T03:23:15.248" v="1"/>
        <pc:sldMkLst>
          <pc:docMk/>
          <pc:sldMk cId="1311456834" sldId="264"/>
        </pc:sldMkLst>
      </pc:sldChg>
      <pc:sldChg chg="addSp delSp modSp add replId">
        <pc:chgData name="Xu, Mingyi" userId="S::xu.4959@buckeyemail.osu.edu::20dd5c91-3f78-43e2-848a-2b942d90024b" providerId="AD" clId="Web-{E42555C8-23A2-59E1-EDAF-3CE3A3493E11}" dt="2025-12-10T03:45:40.610" v="243" actId="1076"/>
        <pc:sldMkLst>
          <pc:docMk/>
          <pc:sldMk cId="4268586011" sldId="265"/>
        </pc:sldMkLst>
        <pc:spChg chg="add mod">
          <ac:chgData name="Xu, Mingyi" userId="S::xu.4959@buckeyemail.osu.edu::20dd5c91-3f78-43e2-848a-2b942d90024b" providerId="AD" clId="Web-{E42555C8-23A2-59E1-EDAF-3CE3A3493E11}" dt="2025-12-10T03:45:40.610" v="243" actId="1076"/>
          <ac:spMkLst>
            <pc:docMk/>
            <pc:sldMk cId="4268586011" sldId="265"/>
            <ac:spMk id="6" creationId="{7DB85561-B321-9A8F-F9FD-7886B06EA1C6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45:07.078" v="231"/>
          <ac:spMkLst>
            <pc:docMk/>
            <pc:sldMk cId="4268586011" sldId="265"/>
            <ac:spMk id="7" creationId="{AD96F6DA-2B02-5553-FFAA-607A18087C52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45:06.578" v="230"/>
          <ac:spMkLst>
            <pc:docMk/>
            <pc:sldMk cId="4268586011" sldId="265"/>
            <ac:spMk id="8" creationId="{6FB1982B-42CF-2C1B-224D-7F23F29E1A09}"/>
          </ac:spMkLst>
        </pc:spChg>
        <pc:picChg chg="del">
          <ac:chgData name="Xu, Mingyi" userId="S::xu.4959@buckeyemail.osu.edu::20dd5c91-3f78-43e2-848a-2b942d90024b" providerId="AD" clId="Web-{E42555C8-23A2-59E1-EDAF-3CE3A3493E11}" dt="2025-12-10T03:45:05.437" v="228"/>
          <ac:picMkLst>
            <pc:docMk/>
            <pc:sldMk cId="4268586011" sldId="265"/>
            <ac:picMk id="3" creationId="{AD63422B-6489-AEAF-FA0C-6139E0470AC4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45:05.906" v="229"/>
          <ac:picMkLst>
            <pc:docMk/>
            <pc:sldMk cId="4268586011" sldId="265"/>
            <ac:picMk id="4" creationId="{DFE472B6-C077-58CF-C9E5-42B99B472E7E}"/>
          </ac:picMkLst>
        </pc:picChg>
        <pc:picChg chg="add mod modCrop">
          <ac:chgData name="Xu, Mingyi" userId="S::xu.4959@buckeyemail.osu.edu::20dd5c91-3f78-43e2-848a-2b942d90024b" providerId="AD" clId="Web-{E42555C8-23A2-59E1-EDAF-3CE3A3493E11}" dt="2025-12-10T03:45:25.938" v="238" actId="14100"/>
          <ac:picMkLst>
            <pc:docMk/>
            <pc:sldMk cId="4268586011" sldId="265"/>
            <ac:picMk id="5" creationId="{D6153DED-B5C8-C150-9EC9-E61BBC0B659F}"/>
          </ac:picMkLst>
        </pc:picChg>
      </pc:sldChg>
      <pc:sldChg chg="new del">
        <pc:chgData name="Xu, Mingyi" userId="S::xu.4959@buckeyemail.osu.edu::20dd5c91-3f78-43e2-848a-2b942d90024b" providerId="AD" clId="Web-{E42555C8-23A2-59E1-EDAF-3CE3A3493E11}" dt="2025-12-10T03:45:32.703" v="240"/>
        <pc:sldMkLst>
          <pc:docMk/>
          <pc:sldMk cId="1269022031" sldId="266"/>
        </pc:sldMkLst>
      </pc:sldChg>
      <pc:sldChg chg="addSp delSp modSp add replId addAnim delAnim">
        <pc:chgData name="Xu, Mingyi" userId="S::xu.4959@buckeyemail.osu.edu::20dd5c91-3f78-43e2-848a-2b942d90024b" providerId="AD" clId="Web-{E42555C8-23A2-59E1-EDAF-3CE3A3493E11}" dt="2025-12-10T07:55:24.380" v="674" actId="20577"/>
        <pc:sldMkLst>
          <pc:docMk/>
          <pc:sldMk cId="2616837063" sldId="266"/>
        </pc:sldMkLst>
        <pc:spChg chg="add del mod">
          <ac:chgData name="Xu, Mingyi" userId="S::xu.4959@buckeyemail.osu.edu::20dd5c91-3f78-43e2-848a-2b942d90024b" providerId="AD" clId="Web-{E42555C8-23A2-59E1-EDAF-3CE3A3493E11}" dt="2025-12-10T04:10:33.705" v="384"/>
          <ac:spMkLst>
            <pc:docMk/>
            <pc:sldMk cId="2616837063" sldId="266"/>
            <ac:spMk id="5" creationId="{914FA92A-23FA-57AF-A363-06F0BE56EC99}"/>
          </ac:spMkLst>
        </pc:spChg>
        <pc:spChg chg="mod">
          <ac:chgData name="Xu, Mingyi" userId="S::xu.4959@buckeyemail.osu.edu::20dd5c91-3f78-43e2-848a-2b942d90024b" providerId="AD" clId="Web-{E42555C8-23A2-59E1-EDAF-3CE3A3493E11}" dt="2025-12-10T07:55:24.380" v="674" actId="20577"/>
          <ac:spMkLst>
            <pc:docMk/>
            <pc:sldMk cId="2616837063" sldId="266"/>
            <ac:spMk id="6" creationId="{3039390C-438E-5A14-FC9D-2AB2C15C766E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50:34.834" v="293"/>
          <ac:spMkLst>
            <pc:docMk/>
            <pc:sldMk cId="2616837063" sldId="266"/>
            <ac:spMk id="7" creationId="{30D0393C-C68D-020B-DDBD-8FC81FD87D6C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50:45.397" v="297"/>
          <ac:spMkLst>
            <pc:docMk/>
            <pc:sldMk cId="2616837063" sldId="266"/>
            <ac:spMk id="8" creationId="{DE3359C3-BB78-7816-8EDC-45EB3C48ECDE}"/>
          </ac:spMkLst>
        </pc:spChg>
        <pc:spChg chg="del">
          <ac:chgData name="Xu, Mingyi" userId="S::xu.4959@buckeyemail.osu.edu::20dd5c91-3f78-43e2-848a-2b942d90024b" providerId="AD" clId="Web-{E42555C8-23A2-59E1-EDAF-3CE3A3493E11}" dt="2025-12-10T03:50:44.194" v="296"/>
          <ac:spMkLst>
            <pc:docMk/>
            <pc:sldMk cId="2616837063" sldId="266"/>
            <ac:spMk id="9" creationId="{8EFD3211-272C-090B-4A1F-695002EC0627}"/>
          </ac:spMkLst>
        </pc:spChg>
        <pc:picChg chg="del">
          <ac:chgData name="Xu, Mingyi" userId="S::xu.4959@buckeyemail.osu.edu::20dd5c91-3f78-43e2-848a-2b942d90024b" providerId="AD" clId="Web-{E42555C8-23A2-59E1-EDAF-3CE3A3493E11}" dt="2025-12-10T03:49:51.130" v="250"/>
          <ac:picMkLst>
            <pc:docMk/>
            <pc:sldMk cId="2616837063" sldId="266"/>
            <ac:picMk id="3" creationId="{5483A832-5B9A-55BE-CF97-77B76F42E979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49:51.584" v="251"/>
          <ac:picMkLst>
            <pc:docMk/>
            <pc:sldMk cId="2616837063" sldId="266"/>
            <ac:picMk id="4" creationId="{5BAE07E6-BC6F-273D-67F6-4DB55FB90232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49:52.615" v="253"/>
          <ac:picMkLst>
            <pc:docMk/>
            <pc:sldMk cId="2616837063" sldId="266"/>
            <ac:picMk id="10" creationId="{A2EE0D96-2A82-5475-8B2F-0C44B72853E7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3:49:52.162" v="252"/>
          <ac:picMkLst>
            <pc:docMk/>
            <pc:sldMk cId="2616837063" sldId="266"/>
            <ac:picMk id="11" creationId="{F0DE790F-9E5E-4119-9179-C49AFFFBE6D2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24:07.634" v="484" actId="1076"/>
          <ac:picMkLst>
            <pc:docMk/>
            <pc:sldMk cId="2616837063" sldId="266"/>
            <ac:picMk id="12" creationId="{1DC8DB98-643C-DC00-AF85-241FD4ACECB0}"/>
          </ac:picMkLst>
        </pc:picChg>
      </pc:sldChg>
      <pc:sldChg chg="addSp delSp modSp add replId addAnim delAnim">
        <pc:chgData name="Xu, Mingyi" userId="S::xu.4959@buckeyemail.osu.edu::20dd5c91-3f78-43e2-848a-2b942d90024b" providerId="AD" clId="Web-{E42555C8-23A2-59E1-EDAF-3CE3A3493E11}" dt="2025-12-10T07:55:28.521" v="675" actId="20577"/>
        <pc:sldMkLst>
          <pc:docMk/>
          <pc:sldMk cId="3034511763" sldId="267"/>
        </pc:sldMkLst>
        <pc:spChg chg="add mod">
          <ac:chgData name="Xu, Mingyi" userId="S::xu.4959@buckeyemail.osu.edu::20dd5c91-3f78-43e2-848a-2b942d90024b" providerId="AD" clId="Web-{E42555C8-23A2-59E1-EDAF-3CE3A3493E11}" dt="2025-12-10T07:55:28.521" v="675" actId="20577"/>
          <ac:spMkLst>
            <pc:docMk/>
            <pc:sldMk cId="3034511763" sldId="267"/>
            <ac:spMk id="3" creationId="{914FA92A-23FA-57AF-A363-06F0BE56EC99}"/>
          </ac:spMkLst>
        </pc:spChg>
        <pc:spChg chg="del mod">
          <ac:chgData name="Xu, Mingyi" userId="S::xu.4959@buckeyemail.osu.edu::20dd5c91-3f78-43e2-848a-2b942d90024b" providerId="AD" clId="Web-{E42555C8-23A2-59E1-EDAF-3CE3A3493E11}" dt="2025-12-10T04:10:47.299" v="390"/>
          <ac:spMkLst>
            <pc:docMk/>
            <pc:sldMk cId="3034511763" sldId="267"/>
            <ac:spMk id="6" creationId="{1FBAB790-71E6-074C-67F5-4B4C3DABD544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4:24:01.618" v="482" actId="1076"/>
          <ac:picMkLst>
            <pc:docMk/>
            <pc:sldMk cId="3034511763" sldId="267"/>
            <ac:picMk id="4" creationId="{21A73FA6-BD0B-7719-4E1A-6F8F97055CE1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4:10:42.439" v="388"/>
          <ac:picMkLst>
            <pc:docMk/>
            <pc:sldMk cId="3034511763" sldId="267"/>
            <ac:picMk id="12" creationId="{F6224973-70DC-BC52-43E1-57BF368132DB}"/>
          </ac:picMkLst>
        </pc:picChg>
      </pc:sldChg>
      <pc:sldChg chg="addSp delSp modSp add replId">
        <pc:chgData name="Xu, Mingyi" userId="S::xu.4959@buckeyemail.osu.edu::20dd5c91-3f78-43e2-848a-2b942d90024b" providerId="AD" clId="Web-{E42555C8-23A2-59E1-EDAF-3CE3A3493E11}" dt="2025-12-10T04:11:49.602" v="420" actId="20577"/>
        <pc:sldMkLst>
          <pc:docMk/>
          <pc:sldMk cId="3114688961" sldId="268"/>
        </pc:sldMkLst>
        <pc:spChg chg="mod">
          <ac:chgData name="Xu, Mingyi" userId="S::xu.4959@buckeyemail.osu.edu::20dd5c91-3f78-43e2-848a-2b942d90024b" providerId="AD" clId="Web-{E42555C8-23A2-59E1-EDAF-3CE3A3493E11}" dt="2025-12-10T04:11:49.602" v="420" actId="20577"/>
          <ac:spMkLst>
            <pc:docMk/>
            <pc:sldMk cId="3114688961" sldId="268"/>
            <ac:spMk id="2" creationId="{3334AFB5-E894-7C5F-D0E4-9D788F3EF4D3}"/>
          </ac:spMkLst>
        </pc:spChg>
        <pc:spChg chg="del">
          <ac:chgData name="Xu, Mingyi" userId="S::xu.4959@buckeyemail.osu.edu::20dd5c91-3f78-43e2-848a-2b942d90024b" providerId="AD" clId="Web-{E42555C8-23A2-59E1-EDAF-3CE3A3493E11}" dt="2025-12-10T04:11:40.602" v="414"/>
          <ac:spMkLst>
            <pc:docMk/>
            <pc:sldMk cId="3114688961" sldId="268"/>
            <ac:spMk id="3" creationId="{5503F719-F046-D630-2607-739DF7BC82D1}"/>
          </ac:spMkLst>
        </pc:spChg>
        <pc:spChg chg="add del mod">
          <ac:chgData name="Xu, Mingyi" userId="S::xu.4959@buckeyemail.osu.edu::20dd5c91-3f78-43e2-848a-2b942d90024b" providerId="AD" clId="Web-{E42555C8-23A2-59E1-EDAF-3CE3A3493E11}" dt="2025-12-10T04:11:42.727" v="415"/>
          <ac:spMkLst>
            <pc:docMk/>
            <pc:sldMk cId="3114688961" sldId="268"/>
            <ac:spMk id="5" creationId="{1724007A-6E8E-F9B0-C294-0DB705CB107F}"/>
          </ac:spMkLst>
        </pc:spChg>
      </pc:sldChg>
      <pc:sldChg chg="addSp delSp modSp add replId">
        <pc:chgData name="Xu, Mingyi" userId="S::xu.4959@buckeyemail.osu.edu::20dd5c91-3f78-43e2-848a-2b942d90024b" providerId="AD" clId="Web-{E42555C8-23A2-59E1-EDAF-3CE3A3493E11}" dt="2025-12-10T07:55:11.286" v="671" actId="20577"/>
        <pc:sldMkLst>
          <pc:docMk/>
          <pc:sldMk cId="777941530" sldId="269"/>
        </pc:sldMkLst>
        <pc:spChg chg="mod">
          <ac:chgData name="Xu, Mingyi" userId="S::xu.4959@buckeyemail.osu.edu::20dd5c91-3f78-43e2-848a-2b942d90024b" providerId="AD" clId="Web-{E42555C8-23A2-59E1-EDAF-3CE3A3493E11}" dt="2025-12-10T07:55:11.286" v="671" actId="20577"/>
          <ac:spMkLst>
            <pc:docMk/>
            <pc:sldMk cId="777941530" sldId="269"/>
            <ac:spMk id="3" creationId="{8F3F688B-E106-D4EC-EFDB-11AAF2A5EC45}"/>
          </ac:spMkLst>
        </pc:spChg>
        <pc:spChg chg="add del mod">
          <ac:chgData name="Xu, Mingyi" userId="S::xu.4959@buckeyemail.osu.edu::20dd5c91-3f78-43e2-848a-2b942d90024b" providerId="AD" clId="Web-{E42555C8-23A2-59E1-EDAF-3CE3A3493E11}" dt="2025-12-10T04:20:40.539" v="467"/>
          <ac:spMkLst>
            <pc:docMk/>
            <pc:sldMk cId="777941530" sldId="269"/>
            <ac:spMk id="5" creationId="{2D7B0743-2797-D82E-E702-25054BD5F4EF}"/>
          </ac:spMkLst>
        </pc:spChg>
        <pc:spChg chg="add">
          <ac:chgData name="Xu, Mingyi" userId="S::xu.4959@buckeyemail.osu.edu::20dd5c91-3f78-43e2-848a-2b942d90024b" providerId="AD" clId="Web-{E42555C8-23A2-59E1-EDAF-3CE3A3493E11}" dt="2025-12-10T04:20:43.164" v="468"/>
          <ac:spMkLst>
            <pc:docMk/>
            <pc:sldMk cId="777941530" sldId="269"/>
            <ac:spMk id="6" creationId="{2D7B0743-2797-D82E-E702-25054BD5F4EF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4:20:56.524" v="473" actId="1076"/>
          <ac:spMkLst>
            <pc:docMk/>
            <pc:sldMk cId="777941530" sldId="269"/>
            <ac:spMk id="7" creationId="{D9531693-C920-C5C6-FB16-9E40564928FE}"/>
          </ac:spMkLst>
        </pc:spChg>
        <pc:spChg chg="del">
          <ac:chgData name="Xu, Mingyi" userId="S::xu.4959@buckeyemail.osu.edu::20dd5c91-3f78-43e2-848a-2b942d90024b" providerId="AD" clId="Web-{E42555C8-23A2-59E1-EDAF-3CE3A3493E11}" dt="2025-12-10T04:17:14.970" v="429"/>
          <ac:spMkLst>
            <pc:docMk/>
            <pc:sldMk cId="777941530" sldId="269"/>
            <ac:spMk id="8" creationId="{08ED3694-0813-3028-5089-7180E4B240B9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4:20:37.941" v="466" actId="14100"/>
          <ac:picMkLst>
            <pc:docMk/>
            <pc:sldMk cId="777941530" sldId="269"/>
            <ac:picMk id="4" creationId="{26C7B3C7-BFF5-7C79-4B2C-06349EAFE847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4:17:33.970" v="435"/>
          <ac:picMkLst>
            <pc:docMk/>
            <pc:sldMk cId="777941530" sldId="269"/>
            <ac:picMk id="9" creationId="{B2200910-BC15-744F-1595-E27B91E42FF6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21:33.930" v="476" actId="14100"/>
          <ac:picMkLst>
            <pc:docMk/>
            <pc:sldMk cId="777941530" sldId="269"/>
            <ac:picMk id="10" creationId="{D1AF47E9-1C79-6696-0463-4BDC0DAEC467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22:21.852" v="480" actId="1076"/>
          <ac:picMkLst>
            <pc:docMk/>
            <pc:sldMk cId="777941530" sldId="269"/>
            <ac:picMk id="11" creationId="{21176206-4942-F1E4-B1B1-E2CB43AD1C21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41:41.472" v="542" actId="1076"/>
          <ac:picMkLst>
            <pc:docMk/>
            <pc:sldMk cId="777941530" sldId="269"/>
            <ac:picMk id="12" creationId="{D55DE467-12D3-623B-93CB-68FC0F9479E7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41:44.253" v="543" actId="1076"/>
          <ac:picMkLst>
            <pc:docMk/>
            <pc:sldMk cId="777941530" sldId="269"/>
            <ac:picMk id="13" creationId="{D8892EBF-85D5-1F84-0AE2-3D4E3D5CC892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4:41:47.097" v="544" actId="1076"/>
          <ac:picMkLst>
            <pc:docMk/>
            <pc:sldMk cId="777941530" sldId="269"/>
            <ac:picMk id="14" creationId="{4E1FC090-066C-F49F-8C84-362B6BA0C90C}"/>
          </ac:picMkLst>
        </pc:picChg>
      </pc:sldChg>
      <pc:sldChg chg="addSp delSp modSp add replId addAnim delAnim">
        <pc:chgData name="Xu, Mingyi" userId="S::xu.4959@buckeyemail.osu.edu::20dd5c91-3f78-43e2-848a-2b942d90024b" providerId="AD" clId="Web-{E42555C8-23A2-59E1-EDAF-3CE3A3493E11}" dt="2025-12-10T07:53:03.802" v="669" actId="14100"/>
        <pc:sldMkLst>
          <pc:docMk/>
          <pc:sldMk cId="3978037255" sldId="270"/>
        </pc:sldMkLst>
        <pc:spChg chg="mod">
          <ac:chgData name="Xu, Mingyi" userId="S::xu.4959@buckeyemail.osu.edu::20dd5c91-3f78-43e2-848a-2b942d90024b" providerId="AD" clId="Web-{E42555C8-23A2-59E1-EDAF-3CE3A3493E11}" dt="2025-12-10T04:26:05.884" v="499" actId="20577"/>
          <ac:spMkLst>
            <pc:docMk/>
            <pc:sldMk cId="3978037255" sldId="270"/>
            <ac:spMk id="2" creationId="{9199FB1E-0E13-C304-3C92-97F25C41A279}"/>
          </ac:spMkLst>
        </pc:spChg>
        <pc:spChg chg="mod">
          <ac:chgData name="Xu, Mingyi" userId="S::xu.4959@buckeyemail.osu.edu::20dd5c91-3f78-43e2-848a-2b942d90024b" providerId="AD" clId="Web-{E42555C8-23A2-59E1-EDAF-3CE3A3493E11}" dt="2025-12-10T07:33:04.986" v="616" actId="1076"/>
          <ac:spMkLst>
            <pc:docMk/>
            <pc:sldMk cId="3978037255" sldId="270"/>
            <ac:spMk id="3" creationId="{37CA0BCE-7927-AB1A-E55B-090CA8A5B595}"/>
          </ac:spMkLst>
        </pc:spChg>
        <pc:spChg chg="add del mod">
          <ac:chgData name="Xu, Mingyi" userId="S::xu.4959@buckeyemail.osu.edu::20dd5c91-3f78-43e2-848a-2b942d90024b" providerId="AD" clId="Web-{E42555C8-23A2-59E1-EDAF-3CE3A3493E11}" dt="2025-12-10T07:33:25.393" v="620"/>
          <ac:spMkLst>
            <pc:docMk/>
            <pc:sldMk cId="3978037255" sldId="270"/>
            <ac:spMk id="5" creationId="{224C3C65-1C58-1DC7-A4DE-5DFE608022E9}"/>
          </ac:spMkLst>
        </pc:spChg>
        <pc:picChg chg="del">
          <ac:chgData name="Xu, Mingyi" userId="S::xu.4959@buckeyemail.osu.edu::20dd5c91-3f78-43e2-848a-2b942d90024b" providerId="AD" clId="Web-{E42555C8-23A2-59E1-EDAF-3CE3A3493E11}" dt="2025-12-10T04:25:48.431" v="486"/>
          <ac:picMkLst>
            <pc:docMk/>
            <pc:sldMk cId="3978037255" sldId="270"/>
            <ac:picMk id="4" creationId="{5E76224E-E58A-6570-6B97-8C62AEFCF362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7:53:03.802" v="669" actId="14100"/>
          <ac:picMkLst>
            <pc:docMk/>
            <pc:sldMk cId="3978037255" sldId="270"/>
            <ac:picMk id="6" creationId="{44E96E42-5506-50F6-C029-EA6B7D091B37}"/>
          </ac:picMkLst>
        </pc:picChg>
      </pc:sldChg>
      <pc:sldChg chg="addSp delSp modSp add replId">
        <pc:chgData name="Xu, Mingyi" userId="S::xu.4959@buckeyemail.osu.edu::20dd5c91-3f78-43e2-848a-2b942d90024b" providerId="AD" clId="Web-{E42555C8-23A2-59E1-EDAF-3CE3A3493E11}" dt="2025-12-10T07:55:17.427" v="673" actId="20577"/>
        <pc:sldMkLst>
          <pc:docMk/>
          <pc:sldMk cId="1294403125" sldId="271"/>
        </pc:sldMkLst>
        <pc:spChg chg="mod">
          <ac:chgData name="Xu, Mingyi" userId="S::xu.4959@buckeyemail.osu.edu::20dd5c91-3f78-43e2-848a-2b942d90024b" providerId="AD" clId="Web-{E42555C8-23A2-59E1-EDAF-3CE3A3493E11}" dt="2025-12-10T05:30:01.096" v="603" actId="20577"/>
          <ac:spMkLst>
            <pc:docMk/>
            <pc:sldMk cId="1294403125" sldId="271"/>
            <ac:spMk id="2" creationId="{086DECE4-785F-FACC-2A16-3B0D5794A423}"/>
          </ac:spMkLst>
        </pc:spChg>
        <pc:spChg chg="mod">
          <ac:chgData name="Xu, Mingyi" userId="S::xu.4959@buckeyemail.osu.edu::20dd5c91-3f78-43e2-848a-2b942d90024b" providerId="AD" clId="Web-{E42555C8-23A2-59E1-EDAF-3CE3A3493E11}" dt="2025-12-10T07:55:17.427" v="673" actId="20577"/>
          <ac:spMkLst>
            <pc:docMk/>
            <pc:sldMk cId="1294403125" sldId="271"/>
            <ac:spMk id="3" creationId="{1439E2E1-710A-855D-29AB-0137C1BEE01E}"/>
          </ac:spMkLst>
        </pc:spChg>
        <pc:spChg chg="del mod">
          <ac:chgData name="Xu, Mingyi" userId="S::xu.4959@buckeyemail.osu.edu::20dd5c91-3f78-43e2-848a-2b942d90024b" providerId="AD" clId="Web-{E42555C8-23A2-59E1-EDAF-3CE3A3493E11}" dt="2025-12-10T05:15:58.219" v="551"/>
          <ac:spMkLst>
            <pc:docMk/>
            <pc:sldMk cId="1294403125" sldId="271"/>
            <ac:spMk id="7" creationId="{9B03D9F7-C4C7-61EB-FBBC-AB96ADD41658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5:27:31.498" v="582" actId="1076"/>
          <ac:spMkLst>
            <pc:docMk/>
            <pc:sldMk cId="1294403125" sldId="271"/>
            <ac:spMk id="8" creationId="{C70266EF-BFC8-F506-905C-673B0C476509}"/>
          </ac:spMkLst>
        </pc:spChg>
        <pc:spChg chg="add mod">
          <ac:chgData name="Xu, Mingyi" userId="S::xu.4959@buckeyemail.osu.edu::20dd5c91-3f78-43e2-848a-2b942d90024b" providerId="AD" clId="Web-{E42555C8-23A2-59E1-EDAF-3CE3A3493E11}" dt="2025-12-10T05:29:08.829" v="594" actId="20577"/>
          <ac:spMkLst>
            <pc:docMk/>
            <pc:sldMk cId="1294403125" sldId="271"/>
            <ac:spMk id="15" creationId="{F49A76FE-635D-5BC9-BC4B-C18A652A3B8C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5:28:45.250" v="584" actId="14100"/>
          <ac:picMkLst>
            <pc:docMk/>
            <pc:sldMk cId="1294403125" sldId="271"/>
            <ac:picMk id="5" creationId="{733BC6DD-E27B-9911-00E5-4A1A5115FF67}"/>
          </ac:picMkLst>
        </pc:picChg>
        <pc:picChg chg="add mod">
          <ac:chgData name="Xu, Mingyi" userId="S::xu.4959@buckeyemail.osu.edu::20dd5c91-3f78-43e2-848a-2b942d90024b" providerId="AD" clId="Web-{E42555C8-23A2-59E1-EDAF-3CE3A3493E11}" dt="2025-12-10T05:28:53.500" v="588" actId="1076"/>
          <ac:picMkLst>
            <pc:docMk/>
            <pc:sldMk cId="1294403125" sldId="271"/>
            <ac:picMk id="9" creationId="{F3EE66B7-2AFB-B539-8E3F-93C2C3DCA5BF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5:15:56.782" v="549"/>
          <ac:picMkLst>
            <pc:docMk/>
            <pc:sldMk cId="1294403125" sldId="271"/>
            <ac:picMk id="10" creationId="{68EE1E77-506F-126B-83E6-F867203EACED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5:15:56.157" v="548"/>
          <ac:picMkLst>
            <pc:docMk/>
            <pc:sldMk cId="1294403125" sldId="271"/>
            <ac:picMk id="11" creationId="{B97E8E43-18B8-8F2B-BAE0-8DC73B34F08B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5:15:54.750" v="546"/>
          <ac:picMkLst>
            <pc:docMk/>
            <pc:sldMk cId="1294403125" sldId="271"/>
            <ac:picMk id="13" creationId="{AFE058E8-565B-B364-847C-58899F1A7A91}"/>
          </ac:picMkLst>
        </pc:picChg>
        <pc:picChg chg="del">
          <ac:chgData name="Xu, Mingyi" userId="S::xu.4959@buckeyemail.osu.edu::20dd5c91-3f78-43e2-848a-2b942d90024b" providerId="AD" clId="Web-{E42555C8-23A2-59E1-EDAF-3CE3A3493E11}" dt="2025-12-10T05:15:55.438" v="547"/>
          <ac:picMkLst>
            <pc:docMk/>
            <pc:sldMk cId="1294403125" sldId="271"/>
            <ac:picMk id="14" creationId="{3B6E98A1-06F2-102F-680C-D04FF88E9A5D}"/>
          </ac:picMkLst>
        </pc:picChg>
      </pc:sldChg>
      <pc:sldChg chg="addSp delSp modSp add replId addAnim">
        <pc:chgData name="Xu, Mingyi" userId="S::xu.4959@buckeyemail.osu.edu::20dd5c91-3f78-43e2-848a-2b942d90024b" providerId="AD" clId="Web-{E42555C8-23A2-59E1-EDAF-3CE3A3493E11}" dt="2025-12-10T07:55:33.442" v="676" actId="20577"/>
        <pc:sldMkLst>
          <pc:docMk/>
          <pc:sldMk cId="4169723722" sldId="272"/>
        </pc:sldMkLst>
        <pc:spChg chg="del">
          <ac:chgData name="Xu, Mingyi" userId="S::xu.4959@buckeyemail.osu.edu::20dd5c91-3f78-43e2-848a-2b942d90024b" providerId="AD" clId="Web-{E42555C8-23A2-59E1-EDAF-3CE3A3493E11}" dt="2025-12-10T07:33:29.752" v="621"/>
          <ac:spMkLst>
            <pc:docMk/>
            <pc:sldMk cId="4169723722" sldId="272"/>
            <ac:spMk id="3" creationId="{49176ECD-58B2-4917-70A6-8B4EA380B5D2}"/>
          </ac:spMkLst>
        </pc:spChg>
        <pc:spChg chg="mod">
          <ac:chgData name="Xu, Mingyi" userId="S::xu.4959@buckeyemail.osu.edu::20dd5c91-3f78-43e2-848a-2b942d90024b" providerId="AD" clId="Web-{E42555C8-23A2-59E1-EDAF-3CE3A3493E11}" dt="2025-12-10T07:55:33.442" v="676" actId="20577"/>
          <ac:spMkLst>
            <pc:docMk/>
            <pc:sldMk cId="4169723722" sldId="272"/>
            <ac:spMk id="5" creationId="{B63D7409-829D-21B3-3AAA-60A5364E4486}"/>
          </ac:spMkLst>
        </pc:spChg>
        <pc:picChg chg="add mod">
          <ac:chgData name="Xu, Mingyi" userId="S::xu.4959@buckeyemail.osu.edu::20dd5c91-3f78-43e2-848a-2b942d90024b" providerId="AD" clId="Web-{E42555C8-23A2-59E1-EDAF-3CE3A3493E11}" dt="2025-12-10T07:44:45.393" v="644" actId="1076"/>
          <ac:picMkLst>
            <pc:docMk/>
            <pc:sldMk cId="4169723722" sldId="272"/>
            <ac:picMk id="4" creationId="{9D6CE16D-1BF8-C4D6-86A6-3B403C43BF6A}"/>
          </ac:picMkLst>
        </pc:picChg>
      </pc:sldChg>
    </pc:docChg>
  </pc:docChgLst>
  <pc:docChgLst>
    <pc:chgData name="Xu, Mingyi" userId="S::xu.4959@buckeyemail.osu.edu::20dd5c91-3f78-43e2-848a-2b942d90024b" providerId="AD" clId="Web-{59743943-AB2D-1947-59F7-AE735373FCBD}"/>
    <pc:docChg chg="delSld">
      <pc:chgData name="Xu, Mingyi" userId="S::xu.4959@buckeyemail.osu.edu::20dd5c91-3f78-43e2-848a-2b942d90024b" providerId="AD" clId="Web-{59743943-AB2D-1947-59F7-AE735373FCBD}" dt="2025-12-10T14:28:58.813" v="0"/>
      <pc:docMkLst>
        <pc:docMk/>
      </pc:docMkLst>
      <pc:sldChg chg="del">
        <pc:chgData name="Xu, Mingyi" userId="S::xu.4959@buckeyemail.osu.edu::20dd5c91-3f78-43e2-848a-2b942d90024b" providerId="AD" clId="Web-{59743943-AB2D-1947-59F7-AE735373FCBD}" dt="2025-12-10T14:28:58.813" v="0"/>
        <pc:sldMkLst>
          <pc:docMk/>
          <pc:sldMk cId="4169723722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E7E6A-0E5D-47CA-9EB6-D096BD198EF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A6504-DD70-40E4-A862-51F4284C9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99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75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34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3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32.png"/><Relationship Id="rId5" Type="http://schemas.microsoft.com/office/2007/relationships/media" Target="../media/media3.mp4"/><Relationship Id="rId10" Type="http://schemas.openxmlformats.org/officeDocument/2006/relationships/image" Target="../media/image31.png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Physics 5300 AU25 Final Project 3D Cubic Lattice Simulation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Mingyi Xu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tx1"/>
                </a:solidFill>
              </a:rPr>
              <a:t>Instructor: Prof. Daniel Brandenburg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6287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Simple Cubic Lattice Structure</a:t>
            </a:r>
          </a:p>
        </p:txBody>
      </p:sp>
      <p:pic>
        <p:nvPicPr>
          <p:cNvPr id="2050" name="Picture 2" descr="File:Alpha po latti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42" y="2312009"/>
            <a:ext cx="3781163" cy="309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11883" y="5411708"/>
            <a:ext cx="1122423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/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121626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6DD7-A34F-02DE-84A3-7C709CD2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DE53C-7A0C-7BE3-A9EE-7F0A8186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45BE5D-9907-4C04-E878-18D919CC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3D Cubic Lattice </a:t>
            </a:r>
            <a:r>
              <a:rPr lang="en-US" dirty="0" err="1"/>
              <a:t>Structure+Surface</a:t>
            </a:r>
            <a:r>
              <a:rPr lang="en-US" dirty="0"/>
              <a:t> Diagonal Springs (Add Surface Diagonals Springs, but not the </a:t>
            </a:r>
            <a:r>
              <a:rPr lang="en-US" dirty="0" err="1"/>
              <a:t>fcc</a:t>
            </a:r>
            <a:r>
              <a:rPr lang="en-US" dirty="0"/>
              <a:t> atom!)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79C94-2A57-8446-0F72-AE534953EC4C}"/>
              </a:ext>
            </a:extLst>
          </p:cNvPr>
          <p:cNvSpPr txBox="1"/>
          <p:nvPr/>
        </p:nvSpPr>
        <p:spPr>
          <a:xfrm>
            <a:off x="1829431" y="5937408"/>
            <a:ext cx="512967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/>
              <a:t>The Oxford Solid State Basics, Steven H. Simon(2013)</a:t>
            </a:r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70AFC23F-B5B4-3148-D973-57A9546F9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6" y="3332773"/>
            <a:ext cx="8976732" cy="238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Physics Problem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666" y="1556792"/>
            <a:ext cx="277455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666" y="2276872"/>
            <a:ext cx="2774558" cy="8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829" y="3284984"/>
            <a:ext cx="4947635" cy="830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95736" y="1696162"/>
            <a:ext cx="1228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atom: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972" y="2490177"/>
            <a:ext cx="281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Displacement of each atom: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115" y="3515721"/>
            <a:ext cx="228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 of each atom: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15" y="4891024"/>
            <a:ext cx="724535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53115" y="4271271"/>
            <a:ext cx="177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 Energy:</a:t>
            </a:r>
          </a:p>
        </p:txBody>
      </p:sp>
      <p:pic>
        <p:nvPicPr>
          <p:cNvPr id="3" name="图片 2" descr="图片包含 图示&#10;&#10;AI 生成的内容可能不正确。">
            <a:extLst>
              <a:ext uri="{FF2B5EF4-FFF2-40B4-BE49-F238E27FC236}">
                <a16:creationId xmlns:a16="http://schemas.microsoft.com/office/drawing/2014/main" id="{4CBA76A8-B6EA-5808-AC1B-FEC12B9FB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65244"/>
            <a:ext cx="9144000" cy="5119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CD9C12C-9225-30AB-3BBF-67F7AC4986D2}"/>
              </a:ext>
            </a:extLst>
          </p:cNvPr>
          <p:cNvSpPr txBox="1"/>
          <p:nvPr/>
        </p:nvSpPr>
        <p:spPr>
          <a:xfrm>
            <a:off x="786905" y="470536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宋体"/>
                <a:cs typeface="Calibri"/>
              </a:rPr>
              <a:t>X-Y-Z terms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DF55B0-DD82-B8D1-FA3E-5BE6F66A1FC7}"/>
              </a:ext>
            </a:extLst>
          </p:cNvPr>
          <p:cNvSpPr txBox="1"/>
          <p:nvPr/>
        </p:nvSpPr>
        <p:spPr>
          <a:xfrm>
            <a:off x="-1646" y="56850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宋体"/>
                <a:cs typeface="Calibri"/>
              </a:rPr>
              <a:t>Surface Diagonal terms</a:t>
            </a:r>
          </a:p>
        </p:txBody>
      </p:sp>
    </p:spTree>
    <p:extLst>
      <p:ext uri="{BB962C8B-B14F-4D97-AF65-F5344CB8AC3E}">
        <p14:creationId xmlns:p14="http://schemas.microsoft.com/office/powerpoint/2010/main" val="245019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Physics Problem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/>
          <a:lstStyle/>
          <a:p>
            <a:r>
              <a:rPr lang="en-US" dirty="0"/>
              <a:t>Small Displacement Approximation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276872"/>
            <a:ext cx="248285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82" y="2848508"/>
            <a:ext cx="88201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下箭头 3"/>
          <p:cNvSpPr/>
          <p:nvPr/>
        </p:nvSpPr>
        <p:spPr>
          <a:xfrm>
            <a:off x="4013225" y="3847047"/>
            <a:ext cx="86409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 descr="图片包含 文本&#10;&#10;AI 生成的内容可能不正确。">
            <a:extLst>
              <a:ext uri="{FF2B5EF4-FFF2-40B4-BE49-F238E27FC236}">
                <a16:creationId xmlns:a16="http://schemas.microsoft.com/office/drawing/2014/main" id="{392B13D9-AD4B-B251-30F0-2D8F4F631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0" y="3380347"/>
            <a:ext cx="9144000" cy="463703"/>
          </a:xfrm>
          <a:prstGeom prst="rect">
            <a:avLst/>
          </a:prstGeom>
        </p:spPr>
      </p:pic>
      <p:pic>
        <p:nvPicPr>
          <p:cNvPr id="7" name="图片 6" descr="图示, 示意图&#10;&#10;AI 生成的内容可能不正确。">
            <a:extLst>
              <a:ext uri="{FF2B5EF4-FFF2-40B4-BE49-F238E27FC236}">
                <a16:creationId xmlns:a16="http://schemas.microsoft.com/office/drawing/2014/main" id="{79FF321A-0F5E-60D6-136F-1A4FEF6DC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3721" y="4491419"/>
            <a:ext cx="5781675" cy="838200"/>
          </a:xfrm>
          <a:prstGeom prst="rect">
            <a:avLst/>
          </a:prstGeom>
        </p:spPr>
      </p:pic>
      <p:pic>
        <p:nvPicPr>
          <p:cNvPr id="8" name="图片 7" descr="图示, 示意图&#10;&#10;AI 生成的内容可能不正确。">
            <a:extLst>
              <a:ext uri="{FF2B5EF4-FFF2-40B4-BE49-F238E27FC236}">
                <a16:creationId xmlns:a16="http://schemas.microsoft.com/office/drawing/2014/main" id="{90562669-CD5D-BCDD-F541-E4A77E954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0" y="5422503"/>
            <a:ext cx="8952838" cy="97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7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41763" y="2438838"/>
                <a:ext cx="1340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=−</m:t>
                      </m:r>
                      <m:r>
                        <a:rPr lang="en-US" b="0" i="1" smtClean="0">
                          <a:latin typeface="Cambria Math"/>
                        </a:rPr>
                        <m:t>𝐾𝑞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63" y="2438838"/>
                <a:ext cx="1340816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07148" y="1424922"/>
                <a:ext cx="1445139" cy="24051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𝑞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111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111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111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333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333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148" y="1424922"/>
                <a:ext cx="1445139" cy="24051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120171CC-E34A-165B-7CDC-DB1919C43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" y="4028544"/>
            <a:ext cx="9039225" cy="1238250"/>
          </a:xfrm>
          <a:prstGeom prst="rect">
            <a:avLst/>
          </a:prstGeom>
        </p:spPr>
      </p:pic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8254C654-68E7-58B4-3C7B-17E827DD5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" y="5264787"/>
            <a:ext cx="9010650" cy="12668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DB22803-D946-C59F-87ED-0850F3BF5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8576" y="1885038"/>
            <a:ext cx="3165420" cy="148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06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09D3-EB4E-19CF-06D1-38AEF3F9F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EECC4-2FDD-CD0F-9854-443353FA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Physics Problem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D6153DED-B5C8-C150-9EC9-E61BBC0B65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665" b="-197"/>
          <a:stretch>
            <a:fillRect/>
          </a:stretch>
        </p:blipFill>
        <p:spPr>
          <a:xfrm>
            <a:off x="923958" y="1268055"/>
            <a:ext cx="5220660" cy="53255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DB85561-B321-9A8F-F9FD-7886B06EA1C6}"/>
              </a:ext>
            </a:extLst>
          </p:cNvPr>
          <p:cNvSpPr txBox="1"/>
          <p:nvPr/>
        </p:nvSpPr>
        <p:spPr>
          <a:xfrm>
            <a:off x="6138773" y="623019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>
                <a:ea typeface="宋体"/>
                <a:cs typeface="Calibri"/>
              </a:rPr>
              <a:t>…...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586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Visualization-Start By 3X3X3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68761"/>
            <a:ext cx="8229600" cy="1296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Pick One Normal Mode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B9A647-FADF-65BE-C181-E1858B7EEAE9}"/>
              </a:ext>
            </a:extLst>
          </p:cNvPr>
          <p:cNvSpPr txBox="1"/>
          <p:nvPr/>
        </p:nvSpPr>
        <p:spPr>
          <a:xfrm>
            <a:off x="2986391" y="191886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>
                <a:ea typeface="宋体"/>
                <a:cs typeface="Calibri"/>
              </a:rPr>
              <a:t>81th Mode w=3.847</a:t>
            </a:r>
          </a:p>
        </p:txBody>
      </p:sp>
      <p:pic>
        <p:nvPicPr>
          <p:cNvPr id="9" name="图片 8" descr="图表&#10;&#10;AI 生成的内容可能不正确。">
            <a:extLst>
              <a:ext uri="{FF2B5EF4-FFF2-40B4-BE49-F238E27FC236}">
                <a16:creationId xmlns:a16="http://schemas.microsoft.com/office/drawing/2014/main" id="{B6DEE6B6-3B04-D013-6905-570EB72A4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8449"/>
            <a:ext cx="6690732" cy="1442322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82603E98-25C3-0652-E237-67946A1F0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5619"/>
            <a:ext cx="6698698" cy="1434804"/>
          </a:xfrm>
          <a:prstGeom prst="rect">
            <a:avLst/>
          </a:prstGeom>
        </p:spPr>
      </p:pic>
      <p:pic>
        <p:nvPicPr>
          <p:cNvPr id="11" name="图片 10" descr="形状, 圆圈&#10;&#10;AI 生成的内容可能不正确。">
            <a:extLst>
              <a:ext uri="{FF2B5EF4-FFF2-40B4-BE49-F238E27FC236}">
                <a16:creationId xmlns:a16="http://schemas.microsoft.com/office/drawing/2014/main" id="{C5EA05C6-5B88-D204-B91F-7C0D2A569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249" y="2449137"/>
            <a:ext cx="2158724" cy="1680947"/>
          </a:xfrm>
          <a:prstGeom prst="rect">
            <a:avLst/>
          </a:prstGeom>
        </p:spPr>
      </p:pic>
      <p:pic>
        <p:nvPicPr>
          <p:cNvPr id="12" name="图片 11" descr="形状, 圆圈&#10;&#10;AI 生成的内容可能不正确。">
            <a:extLst>
              <a:ext uri="{FF2B5EF4-FFF2-40B4-BE49-F238E27FC236}">
                <a16:creationId xmlns:a16="http://schemas.microsoft.com/office/drawing/2014/main" id="{97F3D52D-C7DA-2F28-94A8-CB3C44999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245" y="4457913"/>
            <a:ext cx="2172663" cy="159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1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365D-6874-94AA-882C-8E9CA854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F9325-8FA6-44B8-8747-393AFC78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F688B-E106-D4EC-EFDB-11AAF2A5E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268761"/>
            <a:ext cx="8229600" cy="1296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Perturbation - </a:t>
            </a:r>
            <a:r>
              <a:rPr lang="en-US" altLang="zh-CN" sz="1800" dirty="0">
                <a:ea typeface="宋体"/>
              </a:rPr>
              <a:t>Central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Upper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Atom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and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Central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Lower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Atom</a:t>
            </a:r>
            <a:endParaRPr lang="en-US" dirty="0" err="1">
              <a:ea typeface="宋体"/>
              <a:cs typeface="Calibri"/>
            </a:endParaRPr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26C7B3C7-BFF5-7C79-4B2C-06349EAFE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2832"/>
            <a:ext cx="6117242" cy="1145353"/>
          </a:xfrm>
          <a:prstGeom prst="rect">
            <a:avLst/>
          </a:prstGeom>
        </p:spPr>
      </p:pic>
      <p:sp>
        <p:nvSpPr>
          <p:cNvPr id="6" name="文本框 4">
            <a:extLst>
              <a:ext uri="{FF2B5EF4-FFF2-40B4-BE49-F238E27FC236}">
                <a16:creationId xmlns:a16="http://schemas.microsoft.com/office/drawing/2014/main" id="{2D7B0743-2797-D82E-E702-25054BD5F4EF}"/>
              </a:ext>
            </a:extLst>
          </p:cNvPr>
          <p:cNvSpPr txBox="1"/>
          <p:nvPr/>
        </p:nvSpPr>
        <p:spPr>
          <a:xfrm>
            <a:off x="-250" y="1918676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宋体"/>
                <a:cs typeface="Calibri"/>
              </a:rPr>
              <a:t>The One being Perturbed</a:t>
            </a:r>
            <a:endParaRPr lang="zh-CN" altLang="en-US"/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D9531693-C920-C5C6-FB16-9E40564928FE}"/>
              </a:ext>
            </a:extLst>
          </p:cNvPr>
          <p:cNvSpPr txBox="1"/>
          <p:nvPr/>
        </p:nvSpPr>
        <p:spPr>
          <a:xfrm>
            <a:off x="-251" y="3806418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宋体"/>
                <a:cs typeface="Calibri"/>
              </a:rPr>
              <a:t>Others</a:t>
            </a:r>
            <a:endParaRPr lang="zh-CN" altLang="en-US"/>
          </a:p>
        </p:txBody>
      </p:sp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D1AF47E9-1C79-6696-0463-4BDC0DAEC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76408"/>
            <a:ext cx="6117241" cy="1157581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21176206-4942-F1E4-B1B1-E2CB43AD1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74026"/>
            <a:ext cx="6125206" cy="116695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55DE467-12D3-623B-93CB-68FC0F947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925" y="1790981"/>
            <a:ext cx="2092614" cy="1643181"/>
          </a:xfrm>
          <a:prstGeom prst="rect">
            <a:avLst/>
          </a:prstGeom>
        </p:spPr>
      </p:pic>
      <p:pic>
        <p:nvPicPr>
          <p:cNvPr id="13" name="图片 12" descr="图片包含 图表&#10;&#10;AI 生成的内容可能不正确。">
            <a:extLst>
              <a:ext uri="{FF2B5EF4-FFF2-40B4-BE49-F238E27FC236}">
                <a16:creationId xmlns:a16="http://schemas.microsoft.com/office/drawing/2014/main" id="{D8892EBF-85D5-1F84-0AE2-3D4E3D5CC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674" y="3433695"/>
            <a:ext cx="2093111" cy="1663292"/>
          </a:xfrm>
          <a:prstGeom prst="rect">
            <a:avLst/>
          </a:prstGeom>
        </p:spPr>
      </p:pic>
      <p:pic>
        <p:nvPicPr>
          <p:cNvPr id="14" name="图片 13" descr="形状&#10;&#10;AI 生成的内容可能不正确。">
            <a:extLst>
              <a:ext uri="{FF2B5EF4-FFF2-40B4-BE49-F238E27FC236}">
                <a16:creationId xmlns:a16="http://schemas.microsoft.com/office/drawing/2014/main" id="{4E1FC090-066C-F49F-8C84-362B6BA0C9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508" y="5087246"/>
            <a:ext cx="2101409" cy="16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4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D1CB7-EBE5-5BF0-87BE-66F0A164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DECE4-785F-FACC-2A16-3B0D5794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Nonchaotic and Integration Error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39E2E1-710A-855D-29AB-0137C1BEE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268761"/>
            <a:ext cx="8229600" cy="1296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Perturbation - </a:t>
            </a:r>
            <a:r>
              <a:rPr lang="en-US" altLang="zh-CN" sz="1800" dirty="0">
                <a:ea typeface="宋体"/>
              </a:rPr>
              <a:t>Central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Upper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Atom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and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Central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Lower</a:t>
            </a:r>
            <a:r>
              <a:rPr lang="zh-CN" altLang="en-US" sz="1800" dirty="0">
                <a:ea typeface="宋体"/>
              </a:rPr>
              <a:t> </a:t>
            </a:r>
            <a:r>
              <a:rPr lang="en-US" altLang="zh-CN" sz="1800" dirty="0">
                <a:ea typeface="宋体"/>
              </a:rPr>
              <a:t>Atom</a:t>
            </a:r>
            <a:endParaRPr lang="en-US" dirty="0" err="1">
              <a:ea typeface="宋体"/>
              <a:cs typeface="Calibri"/>
            </a:endParaRPr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FEE83806-AD06-E5D6-229E-33BF40BAE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2832"/>
            <a:ext cx="6117242" cy="1145353"/>
          </a:xfrm>
          <a:prstGeom prst="rect">
            <a:avLst/>
          </a:prstGeom>
        </p:spPr>
      </p:pic>
      <p:sp>
        <p:nvSpPr>
          <p:cNvPr id="6" name="文本框 4">
            <a:extLst>
              <a:ext uri="{FF2B5EF4-FFF2-40B4-BE49-F238E27FC236}">
                <a16:creationId xmlns:a16="http://schemas.microsoft.com/office/drawing/2014/main" id="{4907E68D-6C70-D5ED-7C8A-1706A117D9CB}"/>
              </a:ext>
            </a:extLst>
          </p:cNvPr>
          <p:cNvSpPr txBox="1"/>
          <p:nvPr/>
        </p:nvSpPr>
        <p:spPr>
          <a:xfrm>
            <a:off x="-250" y="1918676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宋体"/>
                <a:cs typeface="Calibri"/>
              </a:rPr>
              <a:t>The One being Perturbed</a:t>
            </a:r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FEAD7D6-062B-5BDA-DF96-0A9448A2E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925" y="1790981"/>
            <a:ext cx="2092614" cy="1643181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733BC6DD-E27B-9911-00E5-4A1A5115F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1619"/>
            <a:ext cx="6706662" cy="13901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70266EF-BFC8-F506-905C-673B0C476509}"/>
              </a:ext>
            </a:extLst>
          </p:cNvPr>
          <p:cNvSpPr txBox="1"/>
          <p:nvPr/>
        </p:nvSpPr>
        <p:spPr>
          <a:xfrm>
            <a:off x="3726423" y="3447164"/>
            <a:ext cx="17156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宋体"/>
                <a:cs typeface="Calibri"/>
              </a:rPr>
              <a:t>Liapunov Plot</a:t>
            </a:r>
            <a:endParaRPr lang="zh-CN" altLang="en-US"/>
          </a:p>
        </p:txBody>
      </p:sp>
      <p:pic>
        <p:nvPicPr>
          <p:cNvPr id="9" name="图片 8" descr="图表&#10;&#10;AI 生成的内容可能不正确。">
            <a:extLst>
              <a:ext uri="{FF2B5EF4-FFF2-40B4-BE49-F238E27FC236}">
                <a16:creationId xmlns:a16="http://schemas.microsoft.com/office/drawing/2014/main" id="{F3EE66B7-2AFB-B539-8E3F-93C2C3DCA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73" y="5482724"/>
            <a:ext cx="6419917" cy="137258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49A76FE-635D-5BC9-BC4B-C18A652A3B8C}"/>
              </a:ext>
            </a:extLst>
          </p:cNvPr>
          <p:cNvSpPr txBox="1"/>
          <p:nvPr/>
        </p:nvSpPr>
        <p:spPr>
          <a:xfrm>
            <a:off x="3718457" y="5207463"/>
            <a:ext cx="17156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宋体"/>
                <a:cs typeface="Calibri"/>
              </a:rPr>
              <a:t>Large time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403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</a:t>
            </a:r>
          </a:p>
        </p:txBody>
      </p:sp>
      <p:pic>
        <p:nvPicPr>
          <p:cNvPr id="3" name="333_4">
            <a:hlinkClick r:id="" action="ppaction://media"/>
            <a:extLst>
              <a:ext uri="{FF2B5EF4-FFF2-40B4-BE49-F238E27FC236}">
                <a16:creationId xmlns:a16="http://schemas.microsoft.com/office/drawing/2014/main" id="{206886DC-8244-F4A3-762C-5271F7AB46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56839" y="2018338"/>
            <a:ext cx="3866288" cy="2136322"/>
          </a:xfrm>
          <a:prstGeom prst="rect">
            <a:avLst/>
          </a:prstGeom>
        </p:spPr>
      </p:pic>
      <p:pic>
        <p:nvPicPr>
          <p:cNvPr id="4" name="333_25">
            <a:hlinkClick r:id="" action="ppaction://media"/>
            <a:extLst>
              <a:ext uri="{FF2B5EF4-FFF2-40B4-BE49-F238E27FC236}">
                <a16:creationId xmlns:a16="http://schemas.microsoft.com/office/drawing/2014/main" id="{462B0DBC-7DC0-F2C3-EC05-3481DCB2B30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024421" y="2018338"/>
            <a:ext cx="3850357" cy="21363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1A06BA3-4F25-847D-4D0C-D7361930EE1F}"/>
              </a:ext>
            </a:extLst>
          </p:cNvPr>
          <p:cNvSpPr txBox="1"/>
          <p:nvPr/>
        </p:nvSpPr>
        <p:spPr>
          <a:xfrm>
            <a:off x="915452" y="152857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>
                <a:ea typeface="宋体"/>
                <a:cs typeface="Calibri"/>
              </a:rPr>
              <a:t>4th Mode w=0.1054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8409EE-DBA0-D36C-7ABD-F6DC0322257D}"/>
              </a:ext>
            </a:extLst>
          </p:cNvPr>
          <p:cNvSpPr txBox="1"/>
          <p:nvPr/>
        </p:nvSpPr>
        <p:spPr>
          <a:xfrm>
            <a:off x="5575068" y="152857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>
                <a:ea typeface="宋体"/>
                <a:cs typeface="Calibri"/>
              </a:rPr>
              <a:t>25th Mode w=1.225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85C736-A643-84D7-B437-FDAF298EF09D}"/>
              </a:ext>
            </a:extLst>
          </p:cNvPr>
          <p:cNvSpPr txBox="1"/>
          <p:nvPr/>
        </p:nvSpPr>
        <p:spPr>
          <a:xfrm>
            <a:off x="915451" y="426858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>
                <a:ea typeface="宋体"/>
                <a:cs typeface="Calibri"/>
              </a:rPr>
              <a:t>67th Mode w=2.331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345039-7492-2ADD-1709-0A635EFEDE2B}"/>
              </a:ext>
            </a:extLst>
          </p:cNvPr>
          <p:cNvSpPr txBox="1"/>
          <p:nvPr/>
        </p:nvSpPr>
        <p:spPr>
          <a:xfrm>
            <a:off x="5575067" y="4268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>
                <a:ea typeface="宋体"/>
                <a:cs typeface="Calibri"/>
              </a:rPr>
              <a:t>81th Mode w=3.847</a:t>
            </a:r>
          </a:p>
        </p:txBody>
      </p:sp>
      <p:pic>
        <p:nvPicPr>
          <p:cNvPr id="10" name="33_67">
            <a:hlinkClick r:id="" action="ppaction://media"/>
            <a:extLst>
              <a:ext uri="{FF2B5EF4-FFF2-40B4-BE49-F238E27FC236}">
                <a16:creationId xmlns:a16="http://schemas.microsoft.com/office/drawing/2014/main" id="{CD53886A-65AE-3C82-929D-00BE55F8DF5C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64804" y="4638874"/>
            <a:ext cx="3858323" cy="2136323"/>
          </a:xfrm>
          <a:prstGeom prst="rect">
            <a:avLst/>
          </a:prstGeom>
        </p:spPr>
      </p:pic>
      <p:pic>
        <p:nvPicPr>
          <p:cNvPr id="11" name="333_81">
            <a:hlinkClick r:id="" action="ppaction://media"/>
            <a:extLst>
              <a:ext uri="{FF2B5EF4-FFF2-40B4-BE49-F238E27FC236}">
                <a16:creationId xmlns:a16="http://schemas.microsoft.com/office/drawing/2014/main" id="{DECF9CCF-4FFC-A30D-3DF5-B128A852F855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5016456" y="4638873"/>
            <a:ext cx="3858323" cy="213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9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9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2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3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>
                <p:cTn id="3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C814-4BBF-DC50-4F8B-398CBBD3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EC69A-F35B-3EB8-B1BB-6AF65DF5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390C-438E-5A14-FC9D-2AB2C15C766E}"/>
              </a:ext>
            </a:extLst>
          </p:cNvPr>
          <p:cNvSpPr txBox="1"/>
          <p:nvPr/>
        </p:nvSpPr>
        <p:spPr>
          <a:xfrm>
            <a:off x="1018999" y="1480780"/>
            <a:ext cx="71160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>
                <a:ea typeface="宋体"/>
                <a:cs typeface="Calibri"/>
              </a:rPr>
              <a:t>Perturb Central Upper Atom and Central Lower Atom</a:t>
            </a:r>
            <a:endParaRPr lang="zh-CN"/>
          </a:p>
        </p:txBody>
      </p:sp>
      <p:pic>
        <p:nvPicPr>
          <p:cNvPr id="12" name="333_Points">
            <a:hlinkClick r:id="" action="ppaction://media"/>
            <a:extLst>
              <a:ext uri="{FF2B5EF4-FFF2-40B4-BE49-F238E27FC236}">
                <a16:creationId xmlns:a16="http://schemas.microsoft.com/office/drawing/2014/main" id="{1DC8DB98-643C-DC00-AF85-241FD4ACEC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7947" y="2034268"/>
            <a:ext cx="7307234" cy="405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3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04E76-4EC0-CBFB-F060-4B2F4C6C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353CA-AB38-5824-365A-0BFD6D0C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</a:t>
            </a:r>
          </a:p>
        </p:txBody>
      </p:sp>
      <p:sp>
        <p:nvSpPr>
          <p:cNvPr id="3" name="文本框 4">
            <a:extLst>
              <a:ext uri="{FF2B5EF4-FFF2-40B4-BE49-F238E27FC236}">
                <a16:creationId xmlns:a16="http://schemas.microsoft.com/office/drawing/2014/main" id="{914FA92A-23FA-57AF-A363-06F0BE56EC99}"/>
              </a:ext>
            </a:extLst>
          </p:cNvPr>
          <p:cNvSpPr txBox="1"/>
          <p:nvPr/>
        </p:nvSpPr>
        <p:spPr>
          <a:xfrm>
            <a:off x="1018998" y="1616186"/>
            <a:ext cx="711607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ea typeface="宋体"/>
                <a:cs typeface="Calibri"/>
              </a:rPr>
              <a:t>Perturb Upper Plane and Lower Plane(Squish it!)</a:t>
            </a:r>
            <a:endParaRPr lang="zh-CN"/>
          </a:p>
        </p:txBody>
      </p:sp>
      <p:pic>
        <p:nvPicPr>
          <p:cNvPr id="4" name="333_Planes">
            <a:hlinkClick r:id="" action="ppaction://media"/>
            <a:extLst>
              <a:ext uri="{FF2B5EF4-FFF2-40B4-BE49-F238E27FC236}">
                <a16:creationId xmlns:a16="http://schemas.microsoft.com/office/drawing/2014/main" id="{21A73FA6-BD0B-7719-4E1A-6F8F97055C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2121885"/>
            <a:ext cx="73152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1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85C1-A828-A8F5-B620-F04AB8A6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9FB1E-0E13-C304-3C92-97F25C41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Large (5X5X5)</a:t>
            </a:r>
          </a:p>
        </p:txBody>
      </p:sp>
      <p:sp>
        <p:nvSpPr>
          <p:cNvPr id="3" name="文本框 4">
            <a:extLst>
              <a:ext uri="{FF2B5EF4-FFF2-40B4-BE49-F238E27FC236}">
                <a16:creationId xmlns:a16="http://schemas.microsoft.com/office/drawing/2014/main" id="{37CA0BCE-7927-AB1A-E55B-090CA8A5B595}"/>
              </a:ext>
            </a:extLst>
          </p:cNvPr>
          <p:cNvSpPr txBox="1"/>
          <p:nvPr/>
        </p:nvSpPr>
        <p:spPr>
          <a:xfrm>
            <a:off x="923133" y="1232728"/>
            <a:ext cx="711607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ea typeface="宋体"/>
                <a:cs typeface="Calibri"/>
              </a:rPr>
              <a:t>29th Normal Mode w=0.4831</a:t>
            </a:r>
            <a:endParaRPr lang="zh-CN"/>
          </a:p>
        </p:txBody>
      </p:sp>
      <p:pic>
        <p:nvPicPr>
          <p:cNvPr id="6" name="555_29">
            <a:hlinkClick r:id="" action="ppaction://media"/>
            <a:extLst>
              <a:ext uri="{FF2B5EF4-FFF2-40B4-BE49-F238E27FC236}">
                <a16:creationId xmlns:a16="http://schemas.microsoft.com/office/drawing/2014/main" id="{44E96E42-5506-50F6-C029-EA6B7D091B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1774" y="1845699"/>
            <a:ext cx="7378921" cy="413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3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Might Needs (Before Friday)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Energy Conservation...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Checks on K matrix...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Maybe Leapfrog helps...</a:t>
            </a:r>
          </a:p>
        </p:txBody>
      </p:sp>
    </p:spTree>
    <p:extLst>
      <p:ext uri="{BB962C8B-B14F-4D97-AF65-F5344CB8AC3E}">
        <p14:creationId xmlns:p14="http://schemas.microsoft.com/office/powerpoint/2010/main" val="7062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47C39-B4E2-A243-E744-44A3D42B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4AFB5-E894-7C5F-D0E4-9D788F3E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5349"/>
            <a:ext cx="8229600" cy="1143000"/>
          </a:xfrm>
        </p:spPr>
        <p:txBody>
          <a:bodyPr/>
          <a:lstStyle/>
          <a:p>
            <a:r>
              <a:rPr lang="en-US" dirty="0"/>
              <a:t>Thanks!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4688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156</Words>
  <Application>Microsoft Office PowerPoint</Application>
  <PresentationFormat>全屏显示(4:3)</PresentationFormat>
  <Paragraphs>29</Paragraphs>
  <Slides>16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7" baseType="lpstr">
      <vt:lpstr>Office 主题</vt:lpstr>
      <vt:lpstr>Physics 5300 AU25 Final Project 3D Cubic Lattice Simulation</vt:lpstr>
      <vt:lpstr>Introduction</vt:lpstr>
      <vt:lpstr>Introduction</vt:lpstr>
      <vt:lpstr>Physics Problem</vt:lpstr>
      <vt:lpstr>Physics Problem</vt:lpstr>
      <vt:lpstr>Physics Problem</vt:lpstr>
      <vt:lpstr>Physics Problem</vt:lpstr>
      <vt:lpstr>Visualization-Start By 3X3X3</vt:lpstr>
      <vt:lpstr>Visualization</vt:lpstr>
      <vt:lpstr>Nonchaotic and Integration Error</vt:lpstr>
      <vt:lpstr>Animation</vt:lpstr>
      <vt:lpstr>Animation</vt:lpstr>
      <vt:lpstr>Animation</vt:lpstr>
      <vt:lpstr>Going Large (5X5X5)</vt:lpstr>
      <vt:lpstr>Works Might Needs (Before Friday)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5300 AU25 Final Project – NxNxN 3D Cubic Lattice Simulation</dc:title>
  <dc:creator>ASUS</dc:creator>
  <cp:lastModifiedBy>ASUS</cp:lastModifiedBy>
  <cp:revision>277</cp:revision>
  <dcterms:created xsi:type="dcterms:W3CDTF">2025-12-09T05:34:24Z</dcterms:created>
  <dcterms:modified xsi:type="dcterms:W3CDTF">2025-12-10T14:28:59Z</dcterms:modified>
</cp:coreProperties>
</file>